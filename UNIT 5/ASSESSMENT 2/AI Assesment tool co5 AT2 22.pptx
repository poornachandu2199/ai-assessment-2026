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1" r:id="rId2"/>
    <p:sldId id="258" r:id="rId3"/>
    <p:sldId id="266" r:id="rId4"/>
    <p:sldId id="272" r:id="rId5"/>
    <p:sldId id="267" r:id="rId6"/>
    <p:sldId id="270" r:id="rId7"/>
    <p:sldId id="268" r:id="rId8"/>
    <p:sldId id="26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80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B70EE876-811E-28B1-71B9-8A105F30F5F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268" y="235020"/>
            <a:ext cx="1135116" cy="1342883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DE5FBF64-1A38-3715-BCB0-6AFC80AB58E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1887" y="235020"/>
            <a:ext cx="1520113" cy="1342883"/>
          </a:xfrm>
          <a:prstGeom prst="rect">
            <a:avLst/>
          </a:prstGeom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id="{C39637F0-8C6D-F1E4-F6B8-DECC93EA16F0}"/>
              </a:ext>
            </a:extLst>
          </p:cNvPr>
          <p:cNvSpPr txBox="1">
            <a:spLocks/>
          </p:cNvSpPr>
          <p:nvPr/>
        </p:nvSpPr>
        <p:spPr>
          <a:xfrm>
            <a:off x="3863662" y="397890"/>
            <a:ext cx="40430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lang="en-IN" sz="28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E5895D90-A2BA-B8B7-568D-BF6DE6963529}"/>
              </a:ext>
            </a:extLst>
          </p:cNvPr>
          <p:cNvSpPr txBox="1"/>
          <p:nvPr/>
        </p:nvSpPr>
        <p:spPr>
          <a:xfrm>
            <a:off x="3292163" y="828675"/>
            <a:ext cx="51860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8240" marR="5080" indent="-1146175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SAVEETHA</a:t>
            </a:r>
            <a:r>
              <a:rPr sz="20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MEDICAL</a:t>
            </a:r>
            <a:r>
              <a:rPr sz="20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sz="20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SCIENCES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DDB26-F83E-7C63-CCEA-92C636E56C42}"/>
              </a:ext>
            </a:extLst>
          </p:cNvPr>
          <p:cNvSpPr txBox="1"/>
          <p:nvPr/>
        </p:nvSpPr>
        <p:spPr>
          <a:xfrm>
            <a:off x="2718814" y="2401442"/>
            <a:ext cx="74218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and Architecture Reconstruction of an AI-Based Intelligent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FE2CE2-B04E-77D8-42FA-539D5906F7F0}"/>
              </a:ext>
            </a:extLst>
          </p:cNvPr>
          <p:cNvSpPr txBox="1"/>
          <p:nvPr/>
        </p:nvSpPr>
        <p:spPr>
          <a:xfrm>
            <a:off x="3863662" y="4170207"/>
            <a:ext cx="458731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CSA1709 – Artificial Intelligence </a:t>
            </a: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95CF4D7E-521D-5C60-DCDA-804BF5A70429}"/>
              </a:ext>
            </a:extLst>
          </p:cNvPr>
          <p:cNvSpPr txBox="1"/>
          <p:nvPr/>
        </p:nvSpPr>
        <p:spPr>
          <a:xfrm>
            <a:off x="4210115" y="5159527"/>
            <a:ext cx="3993500" cy="35650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620"/>
              </a:spcBef>
            </a:pPr>
            <a:r>
              <a:rPr lang="en-GB" b="1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lang="en-IN" b="1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 POORNA CHANDU(192412199)</a:t>
            </a:r>
          </a:p>
        </p:txBody>
      </p:sp>
    </p:spTree>
    <p:extLst>
      <p:ext uri="{BB962C8B-B14F-4D97-AF65-F5344CB8AC3E}">
        <p14:creationId xmlns:p14="http://schemas.microsoft.com/office/powerpoint/2010/main" val="188852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958B65-3735-FABC-979E-00BC3B70902A}"/>
              </a:ext>
            </a:extLst>
          </p:cNvPr>
          <p:cNvSpPr txBox="1"/>
          <p:nvPr/>
        </p:nvSpPr>
        <p:spPr>
          <a:xfrm>
            <a:off x="3956180" y="548244"/>
            <a:ext cx="3656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4B6CD763-6950-0918-B4D1-33DE847C6F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181" y="153802"/>
            <a:ext cx="1135116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36BE12DA-9FED-C5EE-3EEE-A15EDED2BB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706" y="153802"/>
            <a:ext cx="1520113" cy="11431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CFCFAF-967E-00AC-9068-57AD31D00ECC}"/>
              </a:ext>
            </a:extLst>
          </p:cNvPr>
          <p:cNvSpPr txBox="1"/>
          <p:nvPr/>
        </p:nvSpPr>
        <p:spPr>
          <a:xfrm>
            <a:off x="1766891" y="1296955"/>
            <a:ext cx="8505815" cy="5299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existing system without its original design documents, to recover its architecture, components, and logic.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a key skill in software maintenance, security auditing, and AI-system evaluation.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studied here is a 16-program Python/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Prolog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codebase covering search, game-play, CSP, and logical inference — built with no shared design spec.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proceeds in 5 stages: System Analysis → Architecture Reconstruction → Logic Identification → Data-Flow Mapping → Redesign Proposal.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these stages take the system from black-box observation to a concrete redesign proposal.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06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3">
            <a:extLst>
              <a:ext uri="{FF2B5EF4-FFF2-40B4-BE49-F238E27FC236}">
                <a16:creationId xmlns:a16="http://schemas.microsoft.com/office/drawing/2014/main" id="{3C18FE18-B083-565A-5246-804233ACF3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13" name="object 4">
            <a:extLst>
              <a:ext uri="{FF2B5EF4-FFF2-40B4-BE49-F238E27FC236}">
                <a16:creationId xmlns:a16="http://schemas.microsoft.com/office/drawing/2014/main" id="{CEFF76AB-9EC5-5CFC-8C0F-8B5BE9E62FF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47B4B5-3386-9DD4-4715-C80A84809165}"/>
              </a:ext>
            </a:extLst>
          </p:cNvPr>
          <p:cNvSpPr txBox="1"/>
          <p:nvPr/>
        </p:nvSpPr>
        <p:spPr>
          <a:xfrm>
            <a:off x="1985088" y="2125710"/>
            <a:ext cx="80733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Accepts input from the user through web or mobile applications.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authentication, request routing, and communication.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requests and manages sessions and context.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Engine: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preprocessing, feature extraction, model inference, and decision-making.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datasets, trained models, knowledge, logs, and system outputs.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Generator: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the processed result into a suitable response for the user.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993E8D-6577-E3A4-0120-FF7D6AADFD75}"/>
              </a:ext>
            </a:extLst>
          </p:cNvPr>
          <p:cNvSpPr txBox="1"/>
          <p:nvPr/>
        </p:nvSpPr>
        <p:spPr>
          <a:xfrm>
            <a:off x="4655976" y="509886"/>
            <a:ext cx="2298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</p:spTree>
    <p:extLst>
      <p:ext uri="{BB962C8B-B14F-4D97-AF65-F5344CB8AC3E}">
        <p14:creationId xmlns:p14="http://schemas.microsoft.com/office/powerpoint/2010/main" val="3139058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F6972293-1713-1F10-FCAA-8F857F29B5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3A073C20-C44A-C083-BCCD-CDDC4B251A2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CBA9C1-BA25-0550-04EA-643518BF126D}"/>
              </a:ext>
            </a:extLst>
          </p:cNvPr>
          <p:cNvSpPr txBox="1"/>
          <p:nvPr/>
        </p:nvSpPr>
        <p:spPr>
          <a:xfrm>
            <a:off x="4672020" y="288771"/>
            <a:ext cx="2847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7840DF-389D-CC6C-27BD-2DA2522A4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490" y="865410"/>
            <a:ext cx="8700782" cy="588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92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889B737A-E16E-6B9F-F15D-721ABF9D76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0A539228-2E8A-F50B-1D33-B78F5A6992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C5854B-AC66-816B-1D96-614FE3DB8BE8}"/>
              </a:ext>
            </a:extLst>
          </p:cNvPr>
          <p:cNvSpPr txBox="1"/>
          <p:nvPr/>
        </p:nvSpPr>
        <p:spPr>
          <a:xfrm>
            <a:off x="1459831" y="1674674"/>
            <a:ext cx="358707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Data Acquisition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Data Processing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and Reporting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E7332-ACBA-4A7D-FAF6-4D0BFD935804}"/>
              </a:ext>
            </a:extLst>
          </p:cNvPr>
          <p:cNvSpPr txBox="1"/>
          <p:nvPr/>
        </p:nvSpPr>
        <p:spPr>
          <a:xfrm>
            <a:off x="1459831" y="955509"/>
            <a:ext cx="1880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F34E40-9515-7E53-4621-3E4787B9D348}"/>
              </a:ext>
            </a:extLst>
          </p:cNvPr>
          <p:cNvSpPr txBox="1"/>
          <p:nvPr/>
        </p:nvSpPr>
        <p:spPr>
          <a:xfrm>
            <a:off x="1459831" y="4167663"/>
            <a:ext cx="575510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 transformations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 actions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and Reduce operations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logic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probability/threshold-based decision making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FD8C4F-1A71-258E-F5B7-B83E1B4D6115}"/>
              </a:ext>
            </a:extLst>
          </p:cNvPr>
          <p:cNvSpPr txBox="1"/>
          <p:nvPr/>
        </p:nvSpPr>
        <p:spPr>
          <a:xfrm>
            <a:off x="1459831" y="3613666"/>
            <a:ext cx="3461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&amp; Logic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241940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50786-AAA5-DC30-9120-083A53E6BB81}"/>
              </a:ext>
            </a:extLst>
          </p:cNvPr>
          <p:cNvSpPr txBox="1"/>
          <p:nvPr/>
        </p:nvSpPr>
        <p:spPr>
          <a:xfrm>
            <a:off x="1604210" y="101147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Mechanisms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D54B3F4-F313-469B-3709-83C3544426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CFD1F661-101A-162C-5E4F-FC81000B6E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F87D34-886D-9731-3549-85634F84BB57}"/>
              </a:ext>
            </a:extLst>
          </p:cNvPr>
          <p:cNvSpPr txBox="1"/>
          <p:nvPr/>
        </p:nvSpPr>
        <p:spPr>
          <a:xfrm>
            <a:off x="1604210" y="1706758"/>
            <a:ext cx="763542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coordinates the application.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Executors process data in parallel.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RDDs distribute datasets across worker nodes.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communicates tasks between driver and executors.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storage provides scalable data access.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8EB997-388C-BC54-1F53-9FB5F09DFB33}"/>
              </a:ext>
            </a:extLst>
          </p:cNvPr>
          <p:cNvSpPr txBox="1"/>
          <p:nvPr/>
        </p:nvSpPr>
        <p:spPr>
          <a:xfrm>
            <a:off x="1604210" y="3614973"/>
            <a:ext cx="3033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 &amp; Redesign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F47838-F18C-DAD5-F20B-329B614D4CB4}"/>
              </a:ext>
            </a:extLst>
          </p:cNvPr>
          <p:cNvSpPr txBox="1"/>
          <p:nvPr/>
        </p:nvSpPr>
        <p:spPr>
          <a:xfrm>
            <a:off x="1604210" y="4267200"/>
            <a:ext cx="586570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real-time transaction processing.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optimized Spark transformations.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advanced ML models.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continuous fraud monitoring.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fault tolerance and scalability.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801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2FB820-D012-EA69-852E-424455CFDE18}"/>
              </a:ext>
            </a:extLst>
          </p:cNvPr>
          <p:cNvSpPr txBox="1"/>
          <p:nvPr/>
        </p:nvSpPr>
        <p:spPr>
          <a:xfrm>
            <a:off x="1508760" y="2186788"/>
            <a:ext cx="10524744" cy="2653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helps understand 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 architecture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 and modules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explains 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and processing steps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and decision logic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improvement, debugging, and optimization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929E380F-C770-CD72-7CDC-B800EDE6C2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F4038B58-CB6B-9266-7371-008D036757E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CA9915-9B23-1E4A-67E0-AC7E3112067B}"/>
              </a:ext>
            </a:extLst>
          </p:cNvPr>
          <p:cNvSpPr txBox="1"/>
          <p:nvPr/>
        </p:nvSpPr>
        <p:spPr>
          <a:xfrm>
            <a:off x="4763453" y="417553"/>
            <a:ext cx="60979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016156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B7626D-A966-4AC9-7E90-5961546D9AD9}"/>
              </a:ext>
            </a:extLst>
          </p:cNvPr>
          <p:cNvSpPr txBox="1"/>
          <p:nvPr/>
        </p:nvSpPr>
        <p:spPr>
          <a:xfrm>
            <a:off x="2743200" y="2455664"/>
            <a:ext cx="77038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THANK YOU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BC52C0A9-324E-9E41-2207-19BBE0D472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AA7DAC9D-3CFE-02EB-E6A6-E02E7B0C9DF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58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375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poornachandu281@gmail.com</cp:lastModifiedBy>
  <cp:revision>13</cp:revision>
  <dcterms:created xsi:type="dcterms:W3CDTF">2026-07-15T03:11:26Z</dcterms:created>
  <dcterms:modified xsi:type="dcterms:W3CDTF">2026-08-28T04:10:23Z</dcterms:modified>
</cp:coreProperties>
</file>